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HK Modular" charset="1" panose="00000800000000000000"/>
      <p:regular r:id="rId14"/>
    </p:embeddedFont>
    <p:embeddedFont>
      <p:font typeface="Open Sans Bold" charset="1" panose="00000000000000000000"/>
      <p:regular r:id="rId15"/>
    </p:embeddedFont>
    <p:embeddedFont>
      <p:font typeface="Mokoto" charset="1" panose="00000000000000000000"/>
      <p:regular r:id="rId16"/>
    </p:embeddedFont>
    <p:embeddedFont>
      <p:font typeface="Arimo Bold" charset="1" panose="020B0704020202020204"/>
      <p:regular r:id="rId17"/>
    </p:embeddedFont>
    <p:embeddedFont>
      <p:font typeface="Arial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al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4953" y="1000125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2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206863" y="-528637"/>
            <a:ext cx="11294899" cy="3114675"/>
            <a:chOff x="0" y="0"/>
            <a:chExt cx="15059866" cy="415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59865" cy="4152900"/>
            </a:xfrm>
            <a:custGeom>
              <a:avLst/>
              <a:gdLst/>
              <a:ahLst/>
              <a:cxnLst/>
              <a:rect r="r" b="b" t="t" l="l"/>
              <a:pathLst>
                <a:path h="4152900" w="15059865">
                  <a:moveTo>
                    <a:pt x="0" y="0"/>
                  </a:moveTo>
                  <a:lnTo>
                    <a:pt x="15059865" y="0"/>
                  </a:lnTo>
                  <a:lnTo>
                    <a:pt x="15059865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317" r="0" b="-13131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5059866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497D"/>
                  </a:solidFill>
                  <a:latin typeface="HK Modular"/>
                  <a:ea typeface="HK Modular"/>
                  <a:cs typeface="HK Modular"/>
                  <a:sym typeface="HK Modular"/>
                </a:rPr>
                <a:t>GAME-A-THON’26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8369" y="3160395"/>
            <a:ext cx="8703945" cy="574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 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Title–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Track 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ID 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 –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319495" y="107590"/>
            <a:ext cx="3831492" cy="1593504"/>
            <a:chOff x="0" y="0"/>
            <a:chExt cx="5108655" cy="2124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86" r="0" b="-58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720993" y="15505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4352" y="-305416"/>
            <a:ext cx="13001196" cy="1901168"/>
            <a:chOff x="0" y="0"/>
            <a:chExt cx="17334929" cy="2534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4928" cy="2534890"/>
            </a:xfrm>
            <a:custGeom>
              <a:avLst/>
              <a:gdLst/>
              <a:ahLst/>
              <a:cxnLst/>
              <a:rect r="r" b="b" t="t" l="l"/>
              <a:pathLst>
                <a:path h="2534890" w="17334928">
                  <a:moveTo>
                    <a:pt x="0" y="0"/>
                  </a:moveTo>
                  <a:lnTo>
                    <a:pt x="17334928" y="0"/>
                  </a:lnTo>
                  <a:lnTo>
                    <a:pt x="17334928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-26597" b="-113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334929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390" y="3152623"/>
            <a:ext cx="18105120" cy="35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 users / affected stakeholders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gap</a:t>
            </a:r>
          </a:p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the problem needs to be solved</a:t>
            </a:r>
          </a:p>
          <a:p>
            <a:pPr algn="just">
              <a:lnSpc>
                <a:spcPts val="5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98393" y="89073"/>
            <a:ext cx="3831492" cy="1593504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28575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46195"/>
            <a:ext cx="1389507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 overview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Simple solution workflow</a:t>
            </a:r>
          </a:p>
          <a:p>
            <a:pPr algn="just">
              <a:lnSpc>
                <a:spcPts val="5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98393" y="89073"/>
            <a:ext cx="3831492" cy="1593504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7006" y="271216"/>
            <a:ext cx="11800497" cy="1229218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INNOVATION AND GAMIFICATION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What is unique</a:t>
            </a: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 about the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Gamification elements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Why the gamified approach is effective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ifferentiation from existing solutions</a:t>
            </a:r>
          </a:p>
          <a:p>
            <a:pPr algn="just">
              <a:lnSpc>
                <a:spcPts val="5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37502" y="180144"/>
            <a:ext cx="3393539" cy="1411361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7146" y="75414"/>
            <a:ext cx="13600642" cy="1416733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AND IMPLEMENTATION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Tech stack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System</a:t>
            </a: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 architecture / workflow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methodology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Prototype / working model</a:t>
            </a:r>
          </a:p>
          <a:p>
            <a:pPr algn="just">
              <a:lnSpc>
                <a:spcPts val="5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41448" y="-60646"/>
            <a:ext cx="3140296" cy="1422097"/>
            <a:chOff x="0" y="0"/>
            <a:chExt cx="4187061" cy="18961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23764" y="0"/>
              <a:ext cx="1821377" cy="1821377"/>
            </a:xfrm>
            <a:custGeom>
              <a:avLst/>
              <a:gdLst/>
              <a:ahLst/>
              <a:cxnLst/>
              <a:rect r="r" b="b" t="t" l="l"/>
              <a:pathLst>
                <a:path h="1821377" w="1821377">
                  <a:moveTo>
                    <a:pt x="0" y="0"/>
                  </a:moveTo>
                  <a:lnTo>
                    <a:pt x="1821377" y="0"/>
                  </a:lnTo>
                  <a:lnTo>
                    <a:pt x="1821377" y="1821377"/>
                  </a:lnTo>
                  <a:lnTo>
                    <a:pt x="0" y="1821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519826"/>
              <a:ext cx="4187061" cy="376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4"/>
                </a:lnSpc>
                <a:spcBef>
                  <a:spcPct val="0"/>
                </a:spcBef>
              </a:pPr>
              <a:r>
                <a:rPr lang="en-US" sz="1667" spc="83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71112" y="178621"/>
            <a:ext cx="2529794" cy="1052133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525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IMPACTS AN</a:t>
              </a: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56508" y="49559"/>
            <a:ext cx="3831492" cy="1593504"/>
            <a:chOff x="0" y="0"/>
            <a:chExt cx="5108655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Expected impact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Benefits to</a:t>
            </a: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 users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Scalability / feasibility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Futu</a:t>
            </a:r>
            <a:r>
              <a:rPr lang="en-US" b="true" sz="4200" u="sng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re enhancements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76" y="2928404"/>
            <a:ext cx="17464249" cy="365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Maximum 6 slides, including the title slide.</a:t>
            </a:r>
          </a:p>
          <a:p>
            <a:pPr algn="just">
              <a:lnSpc>
                <a:spcPts val="2916"/>
              </a:lnSpc>
            </a:pPr>
          </a:p>
          <a:p>
            <a:pPr algn="l" marL="582930" indent="-291465" lvl="1">
              <a:lnSpc>
                <a:spcPts val="2916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eep content precise; use points, diagrams, and visuals instead of paragraphs.</a:t>
            </a:r>
          </a:p>
          <a:p>
            <a:pPr algn="just">
              <a:lnSpc>
                <a:spcPts val="2916"/>
              </a:lnSpc>
            </a:pPr>
          </a:p>
          <a:p>
            <a:pPr algn="l" marL="582930" indent="-291465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Clearly highlight the problem, solution, innovation, and gamification.</a:t>
            </a:r>
          </a:p>
          <a:p>
            <a:pPr algn="just">
              <a:lnSpc>
                <a:spcPts val="2916"/>
              </a:lnSpc>
            </a:pPr>
          </a:p>
          <a:p>
            <a:pPr algn="l" marL="582930" indent="-291465" lvl="1">
              <a:lnSpc>
                <a:spcPts val="2916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eep the idea unique, novel, and easy to understand.</a:t>
            </a:r>
          </a:p>
          <a:p>
            <a:pPr algn="just">
              <a:lnSpc>
                <a:spcPts val="2916"/>
              </a:lnSpc>
            </a:pPr>
          </a:p>
          <a:p>
            <a:pPr algn="l" marL="582930" indent="-291465" lvl="1">
              <a:lnSpc>
                <a:spcPts val="2916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 the provided template without changing the given content pointers.</a:t>
            </a:r>
          </a:p>
          <a:p>
            <a:pPr algn="just">
              <a:lnSpc>
                <a:spcPts val="291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158838" y="235668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02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79993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b="true" sz="2700">
                <a:solidFill>
                  <a:srgbClr val="020101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456508" y="49559"/>
            <a:ext cx="3831492" cy="1593504"/>
            <a:chOff x="0" y="0"/>
            <a:chExt cx="5108655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86" r="0" b="-58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568754" y="-222048"/>
            <a:ext cx="4086595" cy="1850633"/>
            <a:chOff x="0" y="0"/>
            <a:chExt cx="5448793" cy="2467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DAHXWuvTPLs</dc:identifier>
  <dcterms:modified xsi:type="dcterms:W3CDTF">2011-08-01T06:04:30Z</dcterms:modified>
  <cp:revision>1</cp:revision>
  <dc:title>GAME-A-THON PPT TEMPLATE</dc:title>
</cp:coreProperties>
</file>